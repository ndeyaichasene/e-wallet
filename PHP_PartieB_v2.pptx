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packagist.or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AVANCÉ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 B — Concepts Modernes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 • Arrow Functions • Closures • array_* • Composer • Packagist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Sonatel Academy — Orange Digital Center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727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sans nom, assignées à une variable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9844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5727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courte avec fn =&gt;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53288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807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anonymes capturant des variables avec 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53288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array_*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807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array_filter, array_map, array_search...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76732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0416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dépendances PHP (comme npm)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767328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67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0416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central des packages PHP (comme npmjs.com)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Fonctions Anonymes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fonction anonyme 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fonction SANS NOM. On peut l'assigner à une variable ou la passer directement en paramètre d'une autre fonction.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normale 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($nom)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"Bonjour $nom !"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saluer</a:t>
            </a:r>
            <a:pPr indent="0" marL="0">
              <a:buNone/>
            </a:pPr>
            <a:r>
              <a:rPr lang="en-US" sz="105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('Aicha'); // → Bonjour Aicha !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anonyme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945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($nom)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"Bonjour $nom !"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</a:t>
            </a:r>
            <a:pPr indent="0" marL="0">
              <a:buNone/>
            </a:pPr>
            <a:r>
              <a:rPr lang="en-US" sz="105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('Aicha'); // → Bonjour Aicha !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8412480" cy="1508760"/>
          </a:xfrm>
          <a:prstGeom prst="roundRect">
            <a:avLst>
              <a:gd name="adj" fmla="val 6061"/>
            </a:avLst>
          </a:prstGeom>
          <a:solidFill>
            <a:srgbClr val="F0F8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différences 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Fonction normale → a un NOM, peut être appelée partout dans le 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Fonction anonyme → PAS de nom, assignée à une variable ou passée en paramètre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Les deux font exactement la même chose — c'est juste la forme qui change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Arrow Functions (Fonctions Fléchées)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version RACCOURCIE d'une fonction anonyme — même idée qu'en JavaScript 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2011680"/>
          </a:xfrm>
          <a:prstGeom prst="roundRect">
            <a:avLst>
              <a:gd name="adj" fmla="val 4545"/>
            </a:avLst>
          </a:prstGeom>
          <a:solidFill>
            <a:srgbClr val="1C1C1C"/>
          </a:solidFill>
          <a:ln w="25400">
            <a:solidFill>
              <a:srgbClr val="F1C4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4708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normale
</a:t>
            </a:r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double(x) { return x*2; }
</a:t>
            </a:r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
</a:t>
            </a:r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 = </a:t>
            </a:r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{ return x*2; }
</a:t>
            </a:r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
</a:t>
            </a:r>
            <a:pPr indent="0" marL="0">
              <a:buNone/>
            </a:pPr>
            <a:r>
              <a:rPr lang="en-US" sz="1000" b="1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 = (x) =&gt; x*2;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4160520" cy="2011680"/>
          </a:xfrm>
          <a:prstGeom prst="roundRect">
            <a:avLst>
              <a:gd name="adj" fmla="val 4545"/>
            </a:avLst>
          </a:prstGeom>
          <a:solidFill>
            <a:srgbClr val="0D1B2A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8132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847088"/>
            <a:ext cx="3886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normale
</a:t>
            </a:r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double($x) { return $x*2; }
</a:t>
            </a:r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Fonction anonyme
</a:t>
            </a:r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</a:t>
            </a:r>
            <a:pPr indent="0" marL="0">
              <a:buNone/>
            </a:pPr>
            <a:r>
              <a:rPr lang="en-US" sz="10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($x) { return $x*2; };
</a:t>
            </a:r>
            <a:pPr indent="0" marL="0">
              <a:buNone/>
            </a:pPr>
            <a:r>
              <a:rPr lang="en-US" sz="10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
</a:t>
            </a:r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 = </a:t>
            </a:r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($x) =&gt; $x*2;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F0F8FF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Arrow Function vs Fonction Anonyme 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00507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anonyme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écrit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accolades {}, return obligatoire, variables extérieures via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function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écrit </a:t>
            </a:r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=&gt;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d'accolades, return automatique, accès variables extérieures automatique (pas besoin de </a:t>
            </a:r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Closures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0F8FF"/>
          </a:solidFill>
          <a:ln w="254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Closure = le nom technique d'une fonction anonyme en PHP qui peut capturer des variables extérieures.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Closure — problème 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488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$prenom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"Aicha"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 =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"Bonjour $prenom !"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C81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ERREUR : $prenom inconnu !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Closure (use) — solution 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488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$prenom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"Aicha"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$saluer =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pPr indent="0" marL="0">
              <a:buNone/>
            </a:pPr>
            <a:r>
              <a:rPr lang="en-US" sz="10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$prenom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"Bonjour $prenom !"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$prenom est capturé !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261872"/>
          </a:xfrm>
          <a:prstGeom prst="roundRect">
            <a:avLst>
              <a:gd name="adj" fmla="val 7246"/>
            </a:avLst>
          </a:prstGeom>
          <a:solidFill>
            <a:srgbClr val="F0F8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vs global — quelle différence 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04164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utilisé dans une fonction NORMALE pour accéder à une variable globale
</a:t>
            </a:r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utilisé dans une CLOSURE (fonction anonyme) pour capturer une variable extérieure
</a:t>
            </a:r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=&gt;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Arrow function : accès automatique, pas besoin de use ni de global 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Fonctions Natives array_*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fournit des fonctions prêtes à l'emploi pour manipuler les tableaux — plus rapide qu'écrire des boucles manuellement 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90472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04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array_filter()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49047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904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JS: array.filter()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 seulement les éléments qui passent le test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3977640" cy="749808"/>
          </a:xfrm>
          <a:prstGeom prst="roundRect">
            <a:avLst>
              <a:gd name="adj" fmla="val 609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37947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$adultes = array_filter($users,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fn($u) =&gt; $u["age"] &gt;= 18);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490472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4904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array_map()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49047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4904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JS: array.map()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8928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chaque élément du tableau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21992"/>
            <a:ext cx="3977640" cy="749808"/>
          </a:xfrm>
          <a:prstGeom prst="roundRect">
            <a:avLst>
              <a:gd name="adj" fmla="val 609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58568"/>
            <a:ext cx="37947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$doubles = array_map(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fn($n) =&gt; $n * 2, [1, 2, 3]);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[2, 4, 6]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73552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array_search()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27355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32735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JS: array.findIndex()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6758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une valeur et retourne sa clé (index)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005072"/>
            <a:ext cx="3977640" cy="749808"/>
          </a:xfrm>
          <a:prstGeom prst="roundRect">
            <a:avLst>
              <a:gd name="adj" fmla="val 609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41648"/>
            <a:ext cx="37947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$cle = array_search("Aicha", $noms);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retourne 0 (index de "Aicha")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200400"/>
            <a:ext cx="41605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273552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array_push()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3273552"/>
            <a:ext cx="1691640" cy="347472"/>
          </a:xfrm>
          <a:prstGeom prst="roundRect">
            <a:avLst>
              <a:gd name="adj" fmla="val 13158"/>
            </a:avLst>
          </a:prstGeom>
          <a:solidFill>
            <a:srgbClr val="1C1C1C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32735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C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JS: array.push()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36758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un élément à la fin du tableau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4005072"/>
            <a:ext cx="3977640" cy="749808"/>
          </a:xfrm>
          <a:prstGeom prst="roundRect">
            <a:avLst>
              <a:gd name="adj" fmla="val 609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041648"/>
            <a:ext cx="379476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array_push($wallets, $newWallet);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A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 : $wallets[] = $newWallet;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Composer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F0F8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 tu connais JavaScript : Composer = </a:t>
            </a:r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composer.json = </a:t>
            </a:r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vendor/ = </a:t>
            </a:r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node_modules/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Composer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est le gestionnaire de dépendances officiel de PHP. Il installe, met à jour et charge automatiquement les bibliothèques externes dans ton projet.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24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0" y="26426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Initialiser un projet → crée composer.json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10896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require vendor/package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314553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Installer un package depuis Packagist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301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install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23360" y="364845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Installer toutes les dépendances de composer.json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11480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3308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update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023360" y="415137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Mettre à jour les packages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360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composer dump-autoload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0" y="465429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Regénérer les fichiers de chargement automatique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5166360"/>
            <a:ext cx="8412480" cy="292608"/>
          </a:xfrm>
          <a:prstGeom prst="roundRect">
            <a:avLst>
              <a:gd name="adj" fmla="val 15625"/>
            </a:avLst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19379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 dossier vendor/ ne doit JAMAIS être versionné sur Git — ajoute-le dans .gitignore 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Packagist.org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0F8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Si tu connais JavaScript : Packagist.org = </a:t>
            </a:r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npmjs.com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C'est là que Composer cherche les packages 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Packagist 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6654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Packagist.org est le dépôt central (repository) de tous les packages PHP publics. Quand tu fais composer require, c'est sur Packagist que Composer va chercher le package.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0F8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715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+350 000 packages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081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bibliothèques PHP disponibles gratuitement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60604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0F8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2715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Versionnage SemVer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3081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package suit X.Y.Z (Majeure.Mineure.Correctif)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0F8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facile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par nom ou fonctionnalité sur packagist.org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8404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F0F8FF"/>
          </a:solidFill>
          <a:ln w="12700">
            <a:solidFill>
              <a:srgbClr val="A8DAD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4087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39502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directe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require vendor/package → installé en 1 commande</a:t>
            </a:r>
            <a:endParaRPr lang="en-US" sz="1100" dirty="0"/>
          </a:p>
        </p:txBody>
      </p:sp>
      <p:sp>
        <p:nvSpPr>
          <p:cNvPr id="24" name="Text 22">
            <a:hlinkClick r:id="rId1" tooltip=""/>
          </p:cNvPr>
          <p:cNvSpPr/>
          <p:nvPr/>
        </p:nvSpPr>
        <p:spPr>
          <a:xfrm>
            <a:off x="320040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packagist.org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A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— Ce qu'il faut retenir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692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 Fonction anonyme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46120" y="9692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Fonction SANS NOM → assignée à une variable ou passée en paramètre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179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Arrow function (fn =&gt;)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46120" y="15179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Version RACCOURCIE de la fonction anonyme — accès automatique aux variables extérieures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665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Closure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20665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 technique d'une fonction anonyme qui CAPTURE des variables avec use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151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array_filter()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61518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Filtre un tableau selon une condition (comme .filter() en JS)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63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array_map()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31638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Transforme chaque élément d'un tableau (comme .map() en JS)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124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array_search()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371246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Cherche une valeur et retourne sa clé (comme .findIndex() en JS)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20624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611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Composer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426110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Gestionnaire de dépendances PHP (comme npm en JS)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8097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Packagist.org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48097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Dépôt central des packages PHP (comme npmjs.com en JS)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5349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! 🚀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Avancé - Partie B v2</dc:title>
  <dc:subject>PptxGenJS Presentation</dc:subject>
  <dc:creator>PptxGenJS</dc:creator>
  <cp:lastModifiedBy>PptxGenJS</cp:lastModifiedBy>
  <cp:revision>1</cp:revision>
  <dcterms:created xsi:type="dcterms:W3CDTF">2026-06-28T02:23:34Z</dcterms:created>
  <dcterms:modified xsi:type="dcterms:W3CDTF">2026-06-28T02:23:34Z</dcterms:modified>
</cp:coreProperties>
</file>